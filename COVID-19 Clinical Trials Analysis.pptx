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50" d="100"/>
          <a:sy n="50" d="100"/>
        </p:scale>
        <p:origin x="-86" y="60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hikesh farakate" userId="887f977d362c16f1" providerId="LiveId" clId="{7A5A48A3-0DBC-489F-B9B1-705F27A4B0FA}"/>
    <pc:docChg chg="modSld">
      <pc:chgData name="rushikesh farakate" userId="887f977d362c16f1" providerId="LiveId" clId="{7A5A48A3-0DBC-489F-B9B1-705F27A4B0FA}" dt="2025-08-24T17:36:28.076" v="2" actId="20577"/>
      <pc:docMkLst>
        <pc:docMk/>
      </pc:docMkLst>
      <pc:sldChg chg="modSp mod">
        <pc:chgData name="rushikesh farakate" userId="887f977d362c16f1" providerId="LiveId" clId="{7A5A48A3-0DBC-489F-B9B1-705F27A4B0FA}" dt="2025-08-24T17:36:28.076" v="2" actId="20577"/>
        <pc:sldMkLst>
          <pc:docMk/>
          <pc:sldMk cId="3225839431" sldId="264"/>
        </pc:sldMkLst>
        <pc:spChg chg="mod">
          <ac:chgData name="rushikesh farakate" userId="887f977d362c16f1" providerId="LiveId" clId="{7A5A48A3-0DBC-489F-B9B1-705F27A4B0FA}" dt="2025-08-24T17:36:28.076" v="2" actId="20577"/>
          <ac:spMkLst>
            <pc:docMk/>
            <pc:sldMk cId="3225839431" sldId="264"/>
            <ac:spMk id="5" creationId="{4CED8D42-9B8A-2134-4EC1-684E63FB3BF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0EBF7-5C07-D657-256F-B79714266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4" y="1709380"/>
            <a:ext cx="10364451" cy="1596177"/>
          </a:xfrm>
        </p:spPr>
        <p:txBody>
          <a:bodyPr>
            <a:normAutofit/>
          </a:bodyPr>
          <a:lstStyle/>
          <a:p>
            <a:r>
              <a:rPr lang="en-IN" sz="4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COVID-19 Clinical Trials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A8D09-58D5-79BF-C8E0-21FA7FD770D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149016" y="3664739"/>
            <a:ext cx="10363826" cy="3424107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C00000"/>
                </a:solidFill>
              </a:rPr>
              <a:t>Name: Rushikesh Farakate</a:t>
            </a:r>
          </a:p>
        </p:txBody>
      </p:sp>
    </p:spTree>
    <p:extLst>
      <p:ext uri="{BB962C8B-B14F-4D97-AF65-F5344CB8AC3E}">
        <p14:creationId xmlns:p14="http://schemas.microsoft.com/office/powerpoint/2010/main" val="19975804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5A892-1AA3-BAB5-70A8-C4B04BFCC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b="1" dirty="0"/>
              <a:t>Project Objective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A5CA01-32D1-AC97-D590-717ACA42617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 COVID-19 clinical trials dataset.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Identify key trends in study status, interventions, conditions, sponsors, and enrollment.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Integrate SQL for advanced queries and aggregations.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Visualize findings for better insights.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37150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EA150-E1DC-DC59-D8DB-5E9292C0D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/>
              <a:t>Dataset 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3D3D4F-22F1-CDFD-0288-844C4DC89E9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428362"/>
            <a:ext cx="10364452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Columns: Rank, NCT Number, Title, Acronym, Status, Study Results, Conditions, Interventions, Sponsor/Collaborators, Gender, Age, Phases, Enrollment, Funded Bys, Study Type, Study Designs, Start Date, Completion Date,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Rows: [Number of studies in your dataset]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types: Mix of numeric, categorical, and dates.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Handling missing values: Filled numeric with median, categorical with mode.</a:t>
            </a:r>
          </a:p>
        </p:txBody>
      </p:sp>
    </p:spTree>
    <p:extLst>
      <p:ext uri="{BB962C8B-B14F-4D97-AF65-F5344CB8AC3E}">
        <p14:creationId xmlns:p14="http://schemas.microsoft.com/office/powerpoint/2010/main" val="252930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5E4910-1397-A323-7FFD-F6BC8BBB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Study Status &amp; Phases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06B548C-9400-C700-7B0E-208D14AC04D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4" y="2359765"/>
            <a:ext cx="1036445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studies are 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Completed / Recruiting / Active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Distribution across phases: Phase 1, Phase 2, Phase 3, Phase 4.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936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954A0-09ED-D832-16A9-955188465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Conditions &amp; Interventions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00852DB-6223-530A-3F50-E2F1AA2EEDB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325255" y="2780718"/>
            <a:ext cx="103644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conditions: COVID-19, Pneumonia,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10 interventions: Vaccines, Antivirals, Plasma therapy, etc.</a:t>
            </a:r>
          </a:p>
        </p:txBody>
      </p:sp>
    </p:spTree>
    <p:extLst>
      <p:ext uri="{BB962C8B-B14F-4D97-AF65-F5344CB8AC3E}">
        <p14:creationId xmlns:p14="http://schemas.microsoft.com/office/powerpoint/2010/main" val="237973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54B09-AAA6-555C-42CF-2F40EB881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 err="1"/>
              <a:t>Enrollment</a:t>
            </a:r>
            <a:r>
              <a:rPr lang="en-IN" sz="4400" b="1" dirty="0"/>
              <a:t> &amp; Demographics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6A3B933-2215-B228-85A4-5FE15ECD211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492894" y="2214694"/>
            <a:ext cx="11019146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 range: 10 – [max enrollment] participants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Gender distribution: Male / Female / All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 distribution: [Histogram insights]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1393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77123-183F-6522-23F4-33890FA9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Duration &amp; Outcomes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F0F6DB-F2FA-AC81-8BBA-0DC43F86AE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1203334" y="2551837"/>
            <a:ext cx="1095818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Study duration: [min-max] days, average: [mean]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outcome measures: Mortality, Recovery rate, Antibody response, etc.</a:t>
            </a:r>
          </a:p>
        </p:txBody>
      </p:sp>
    </p:spTree>
    <p:extLst>
      <p:ext uri="{BB962C8B-B14F-4D97-AF65-F5344CB8AC3E}">
        <p14:creationId xmlns:p14="http://schemas.microsoft.com/office/powerpoint/2010/main" val="983991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DFEF9-A714-D9E8-58F2-4BEA8A343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SQL-Based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37CE91-710C-CE67-C480-E1B8860264B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5" y="2495584"/>
            <a:ext cx="1112582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studies: [from SQL query]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enrollment by study type: [from SQL query]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Studies with enrollment &gt; 1000: [count]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Funders involved in multiple phases: [from SQL query]</a:t>
            </a:r>
          </a:p>
        </p:txBody>
      </p:sp>
    </p:spTree>
    <p:extLst>
      <p:ext uri="{BB962C8B-B14F-4D97-AF65-F5344CB8AC3E}">
        <p14:creationId xmlns:p14="http://schemas.microsoft.com/office/powerpoint/2010/main" val="15586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CB624-3941-7143-A72E-F92BE9024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b="1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32B596E-737E-96AD-7FD1-2BA6E046DC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 bwMode="auto">
          <a:xfrm>
            <a:off x="913775" y="2328838"/>
            <a:ext cx="1104962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COVID trials are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Completed or Recruiting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Phases 2–3.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interventions: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Vaccines and Antivirals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Enrollment varies widely; larger studies are less common.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analysis confirms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 sponsors and funders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influence study trends.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insights can guide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future COVID clinical research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2653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CED8D42-9B8A-2134-4EC1-684E63FB3BFC}"/>
              </a:ext>
            </a:extLst>
          </p:cNvPr>
          <p:cNvSpPr txBox="1"/>
          <p:nvPr/>
        </p:nvSpPr>
        <p:spPr>
          <a:xfrm>
            <a:off x="2072640" y="2644170"/>
            <a:ext cx="89306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9600" b="1">
                <a:latin typeface="Arial Black" panose="020B0A04020102020204" pitchFamily="34" charset="0"/>
              </a:rPr>
              <a:t>THANK YOU</a:t>
            </a:r>
            <a:endParaRPr lang="en-IN" sz="9600" b="1" dirty="0">
              <a:latin typeface="Arial Black" panose="020B0A04020102020204" pitchFamily="34" charset="0"/>
            </a:endParaRPr>
          </a:p>
          <a:p>
            <a:pPr>
              <a:buNone/>
            </a:pPr>
            <a:endParaRPr lang="en-IN" sz="96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839431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DEB094D4-7FD8-4F86-93D5-B0F1341EF58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18</TotalTime>
  <Words>337</Words>
  <Application>Microsoft Office PowerPoint</Application>
  <PresentationFormat>Widescreen</PresentationFormat>
  <Paragraphs>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Tw Cen MT</vt:lpstr>
      <vt:lpstr>Droplet</vt:lpstr>
      <vt:lpstr>COVID-19 Clinical Trials Analysis</vt:lpstr>
      <vt:lpstr>Project Objective</vt:lpstr>
      <vt:lpstr>Dataset Summary</vt:lpstr>
      <vt:lpstr>Study Status &amp; Phases</vt:lpstr>
      <vt:lpstr>Conditions &amp; Interventions</vt:lpstr>
      <vt:lpstr>Enrollment &amp; Demographics</vt:lpstr>
      <vt:lpstr>Duration &amp; Outcomes</vt:lpstr>
      <vt:lpstr>SQL-Based Analysis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rushikesh farakate</dc:creator>
  <cp:lastModifiedBy>rushikesh farakate</cp:lastModifiedBy>
  <cp:revision>1</cp:revision>
  <dcterms:created xsi:type="dcterms:W3CDTF">2025-08-24T17:18:01Z</dcterms:created>
  <dcterms:modified xsi:type="dcterms:W3CDTF">2025-08-24T17:36:28Z</dcterms:modified>
</cp:coreProperties>
</file>